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47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PROJECT  ·  NLP  ·  MUMBAI UNIVERSITY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00137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kern="0" spc="-1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ReviewLens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Aspect-Based Sentiment Analysis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E-Commerce Reviews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Review Filter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 Sentiment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41605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160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Comparison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ratings don't tell the whole story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Misleading Averages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6974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4.2★ product might have a great camera but a terrible battery. A single number hides this.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48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Reviews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6974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"AMAZING BEST PRODUCT EVER!!" These spam reviews inflate ratings and mislead real buyers.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22677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Easy Comparison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6974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two phones means reading hundreds of reviews. No one has time for that.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709160"/>
            <a:ext cx="8412480" cy="475488"/>
          </a:xfrm>
          <a:prstGeom prst="roundRect">
            <a:avLst>
              <a:gd name="adj" fmla="val 23077"/>
            </a:avLst>
          </a:prstGeom>
          <a:solidFill>
            <a:srgbClr val="0D1626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4709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ReviewLens solves all three — automatically, in seconds.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0293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3-stage pipeline from raw reviews to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68704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4632" y="1251585"/>
            <a:ext cx="475488" cy="475488"/>
          </a:xfrm>
          <a:prstGeom prst="ellipse">
            <a:avLst/>
          </a:prstGeom>
          <a:solidFill>
            <a:srgbClr val="2DD4BF">
              <a:alpha val="8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1251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1864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Reviews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232143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 million real Amazon + Flipkart reviews loaded into a database. No live scraping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68704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251585"/>
            <a:ext cx="475488" cy="47548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1251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64992" y="1864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Fakes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232143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machine learning model reads each review and decides: genuine customer or spam bot?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068704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1251585"/>
            <a:ext cx="475488" cy="475488"/>
          </a:xfrm>
          <a:prstGeom prst="ellipse">
            <a:avLst/>
          </a:prstGeom>
          <a:solidFill>
            <a:srgbClr val="818CF8">
              <a:alpha val="8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45352" y="1251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1864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Aspects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321432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(PyABSA) reads each genuine review and extracts: what aspect did they talk about, and was it positive or negative?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889504" y="2847499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97180" y="4604717"/>
            <a:ext cx="8503920" cy="411480"/>
          </a:xfrm>
          <a:prstGeom prst="roundRect">
            <a:avLst>
              <a:gd name="adj" fmla="val 26667"/>
            </a:avLst>
          </a:prstGeom>
          <a:solidFill>
            <a:srgbClr val="0D1626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" y="4599288"/>
            <a:ext cx="8458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7 aspect scores (0–10) per product  ·  Battery  ·  Camera  ·  Display  ·  Build  ·  Value  ·  Delivery  ·  Performance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146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OUTPUT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product → 7 aspect scores instead of one star rating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51472" y="1370173"/>
            <a:ext cx="4754880" cy="1417320"/>
          </a:xfrm>
          <a:prstGeom prst="roundRect">
            <a:avLst>
              <a:gd name="adj" fmla="val 7742"/>
            </a:avLst>
          </a:prstGeom>
          <a:solidFill>
            <a:srgbClr val="0D1626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352" y="1461613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"Battery life is excellent, lasts two days.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is mediocre in low light.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value for the price though!"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AI extracts: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4328" y="29605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 Life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9080" y="3061172"/>
            <a:ext cx="2743200" cy="164592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89080" y="3061172"/>
            <a:ext cx="2386584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6288" y="2967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8.7/10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4328" y="35566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9080" y="3657244"/>
            <a:ext cx="2743200" cy="164592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5" name="Shape 13"/>
          <p:cNvSpPr/>
          <p:nvPr/>
        </p:nvSpPr>
        <p:spPr>
          <a:xfrm>
            <a:off x="1789080" y="3657244"/>
            <a:ext cx="1152144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6288" y="35633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4.2/10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027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10512" y="4203312"/>
            <a:ext cx="2743200" cy="164592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9" name="Shape 17"/>
          <p:cNvSpPr/>
          <p:nvPr/>
        </p:nvSpPr>
        <p:spPr>
          <a:xfrm>
            <a:off x="1810512" y="4203312"/>
            <a:ext cx="2167128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1093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7.9/10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659839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10512" y="4760423"/>
            <a:ext cx="2743200" cy="164592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23" name="Shape 21"/>
          <p:cNvSpPr/>
          <p:nvPr/>
        </p:nvSpPr>
        <p:spPr>
          <a:xfrm>
            <a:off x="1810512" y="4760423"/>
            <a:ext cx="1673352" cy="16459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4666491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6.1/10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30368" y="210312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Why this matters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834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 products can have the same star rating but very different aspect profiles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buyer who cares about battery chooses differently than one who cares about camera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4206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Fake reviews are filtered first — scores come from real customers only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products side-by-side on the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8704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2358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Product A — Ultra-Slim Case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38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 Life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93392" y="1821080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1821080"/>
            <a:ext cx="1750162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59936" y="1738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269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93392" y="2351432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4" name="Shape 12"/>
          <p:cNvSpPr/>
          <p:nvPr/>
        </p:nvSpPr>
        <p:spPr>
          <a:xfrm>
            <a:off x="1993392" y="2351432"/>
            <a:ext cx="1589227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59936" y="22691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7.9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799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Quality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93392" y="2881784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18" name="Shape 16"/>
          <p:cNvSpPr/>
          <p:nvPr/>
        </p:nvSpPr>
        <p:spPr>
          <a:xfrm>
            <a:off x="1993392" y="2881784"/>
            <a:ext cx="104607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59936" y="27994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329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93392" y="3412136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22" name="Shape 20"/>
          <p:cNvSpPr/>
          <p:nvPr/>
        </p:nvSpPr>
        <p:spPr>
          <a:xfrm>
            <a:off x="1993392" y="3412136"/>
            <a:ext cx="1629461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059936" y="3329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860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93392" y="3942488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93392" y="3942488"/>
            <a:ext cx="150876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059936" y="3860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1235864"/>
            <a:ext cx="457200" cy="3200400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343400" y="26531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6320" y="1098704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0" y="12358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Product B — Rugged Armor Case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1738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Battery Life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19672" y="1821080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34" name="Shape 32"/>
          <p:cNvSpPr/>
          <p:nvPr/>
        </p:nvSpPr>
        <p:spPr>
          <a:xfrm>
            <a:off x="6519672" y="1821080"/>
            <a:ext cx="1025957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86216" y="17387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2269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19672" y="2351432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38" name="Shape 36"/>
          <p:cNvSpPr/>
          <p:nvPr/>
        </p:nvSpPr>
        <p:spPr>
          <a:xfrm>
            <a:off x="6519672" y="2351432"/>
            <a:ext cx="1689811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86216" y="22691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2799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Quality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19672" y="2881784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19672" y="2881784"/>
            <a:ext cx="1830629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586216" y="27994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0" y="3329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19672" y="3412136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46" name="Shape 44"/>
          <p:cNvSpPr/>
          <p:nvPr/>
        </p:nvSpPr>
        <p:spPr>
          <a:xfrm>
            <a:off x="6519672" y="3412136"/>
            <a:ext cx="116677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586216" y="3329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5.8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0" y="3860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19672" y="3942488"/>
            <a:ext cx="2011680" cy="146304"/>
          </a:xfrm>
          <a:prstGeom prst="rect">
            <a:avLst/>
          </a:prstGeom>
          <a:solidFill>
            <a:srgbClr val="1E2A40"/>
          </a:solidFill>
          <a:ln/>
        </p:spPr>
      </p:sp>
      <p:sp>
        <p:nvSpPr>
          <p:cNvPr id="50" name="Shape 48"/>
          <p:cNvSpPr/>
          <p:nvPr/>
        </p:nvSpPr>
        <p:spPr>
          <a:xfrm>
            <a:off x="6519672" y="3942488"/>
            <a:ext cx="1388059" cy="14630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586216" y="3860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677156"/>
            <a:ext cx="8503920" cy="438912"/>
          </a:xfrm>
          <a:prstGeom prst="roundRect">
            <a:avLst>
              <a:gd name="adj" fmla="val 25000"/>
            </a:avLst>
          </a:prstGeom>
          <a:solidFill>
            <a:srgbClr val="0D1626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20040" y="471302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Product A for battery &amp; value  ·  Choose Product B for build quality &amp; camera — the dashboard tells you this instantly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7997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42685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end-to-end AI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16925"/>
            <a:ext cx="5303520" cy="3886200"/>
          </a:xfrm>
          <a:prstGeom prst="roundRect">
            <a:avLst>
              <a:gd name="adj" fmla="val 2824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54085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3581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611285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611285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&amp; Flipkart datasets  ·  1.1M reviews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33077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2150781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 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150781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TF-IDF + Logistic Regression  ·  88% accuracy fake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72573"/>
            <a:ext cx="128016" cy="12801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2690277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2690277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PyABSA (BERT)  ·  aspect extraction &amp; sentiment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12069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229773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3229773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 ·  stores all reviews, scores &amp; results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851565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755553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3769269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 ·  REST endpoints with auth &amp; rate limiting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4105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308765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4308765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 ·  radar charts, comparison, trend graphs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016925"/>
            <a:ext cx="3017520" cy="3886200"/>
          </a:xfrm>
          <a:prstGeom prst="roundRect">
            <a:avLst>
              <a:gd name="adj" fmla="val 3636"/>
            </a:avLst>
          </a:prstGeom>
          <a:solidFill>
            <a:srgbClr val="151D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1154085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EA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Numbers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1657005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1.1M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213249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Reviews Analyzed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251654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88%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99202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Detection Accuracy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376077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598932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 Dimensions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4235613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&lt;10ms</a:t>
            </a:r>
            <a:endParaRPr lang="en-US" sz="26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467</Words>
  <Application>Microsoft Office PowerPoint</Application>
  <PresentationFormat>On-screen Show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Aastha Devadiga</cp:lastModifiedBy>
  <cp:revision>3</cp:revision>
  <dcterms:created xsi:type="dcterms:W3CDTF">2026-10-13T23:17:37Z</dcterms:created>
  <dcterms:modified xsi:type="dcterms:W3CDTF">2026-10-13T23:30:54Z</dcterms:modified>
</cp:coreProperties>
</file>